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6" r:id="rId12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7391400" y="0"/>
            <a:ext cx="4800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Univ Name"/>
          <p:cNvSpPr txBox="1"/>
          <p:nvPr/>
        </p:nvSpPr>
        <p:spPr>
          <a:xfrm>
            <a:off x="685800" y="457200"/>
            <a:ext cx="54864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1" i="0" u="none">
                <a:solidFill>
                  <a:srgbClr val="0F172A"/>
                </a:solidFill>
                <a:latin typeface="Poppins"/>
              </a:rPr>
              <a:t>IILM UNIVERSITY</a:t>
            </a:r>
          </a:p>
        </p:txBody>
      </p:sp>
      <p:sp>
        <p:nvSpPr>
          <p:cNvPr id="4" name="Univ Location"/>
          <p:cNvSpPr txBox="1"/>
          <p:nvPr/>
        </p:nvSpPr>
        <p:spPr>
          <a:xfrm>
            <a:off x="685800" y="885825"/>
            <a:ext cx="54864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200" b="0" i="0" u="none" spc="60">
                <a:solidFill>
                  <a:srgbClr val="475569"/>
                </a:solidFill>
                <a:latin typeface="Inter"/>
              </a:rPr>
              <a:t>GREATER NOIDA, UTTAR PRADESH</a:t>
            </a:r>
          </a:p>
        </p:txBody>
      </p:sp>
      <p:sp>
        <p:nvSpPr>
          <p:cNvPr id="5" name="Program Label"/>
          <p:cNvSpPr txBox="1"/>
          <p:nvPr/>
        </p:nvSpPr>
        <p:spPr>
          <a:xfrm>
            <a:off x="685800" y="1600200"/>
            <a:ext cx="54864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200" b="1" i="0" u="none" spc="80">
                <a:solidFill>
                  <a:srgbClr val="2563EB"/>
                </a:solidFill>
                <a:latin typeface="Inter"/>
              </a:rPr>
              <a:t>THIRANEX VIRTUAL INTERNSHIP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943100"/>
            <a:ext cx="5943600" cy="838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4400" b="1" i="0" u="none">
                <a:solidFill>
                  <a:srgbClr val="0F172A"/>
                </a:solidFill>
                <a:latin typeface="Poppins"/>
              </a:rPr>
              <a:t>UI/UX Designing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85800" y="2895600"/>
            <a:ext cx="5638800" cy="500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600" b="1" i="0" u="none">
                <a:solidFill>
                  <a:srgbClr val="1E3A8A"/>
                </a:solidFill>
                <a:latin typeface="Inter"/>
              </a:rPr>
              <a:t>A 4-Week Professional Internship Presentation Report</a:t>
            </a:r>
          </a:p>
        </p:txBody>
      </p:sp>
      <p:sp>
        <p:nvSpPr>
          <p:cNvPr id="8" name="Duration Label"/>
          <p:cNvSpPr txBox="1"/>
          <p:nvPr/>
        </p:nvSpPr>
        <p:spPr>
          <a:xfrm>
            <a:off x="685800" y="4914900"/>
            <a:ext cx="40005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200" b="1" i="0" u="none" spc="80">
                <a:solidFill>
                  <a:srgbClr val="2563EB"/>
                </a:solidFill>
                <a:latin typeface="Inter"/>
              </a:rPr>
              <a:t>INTERNSHIP DURATION</a:t>
            </a:r>
          </a:p>
        </p:txBody>
      </p:sp>
      <p:sp>
        <p:nvSpPr>
          <p:cNvPr id="9" name="Duration Value"/>
          <p:cNvSpPr txBox="1"/>
          <p:nvPr/>
        </p:nvSpPr>
        <p:spPr>
          <a:xfrm>
            <a:off x="685800" y="5219700"/>
            <a:ext cx="54864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800" b="1" i="0" u="none">
                <a:solidFill>
                  <a:srgbClr val="0F172A"/>
                </a:solidFill>
                <a:latin typeface="Inter"/>
              </a:rPr>
              <a:t>22 Aug 2026 – 21 Sept 2026 (4 Weeks)</a:t>
            </a:r>
          </a:p>
        </p:txBody>
      </p:sp>
      <p:sp>
        <p:nvSpPr>
          <p:cNvPr id="10" name="Credentials Label"/>
          <p:cNvSpPr txBox="1"/>
          <p:nvPr/>
        </p:nvSpPr>
        <p:spPr>
          <a:xfrm>
            <a:off x="7772400" y="609600"/>
            <a:ext cx="40386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200" b="1" i="0" u="none" spc="80">
                <a:solidFill>
                  <a:srgbClr val="93C5FD"/>
                </a:solidFill>
                <a:latin typeface="Inter"/>
              </a:rPr>
              <a:t>STUDENT CREDENTIALS</a:t>
            </a:r>
          </a:p>
        </p:txBody>
      </p:sp>
      <p:sp>
        <p:nvSpPr>
          <p:cNvPr id="11" name="Credentials Card"/>
          <p:cNvSpPr/>
          <p:nvPr/>
        </p:nvSpPr>
        <p:spPr>
          <a:xfrm>
            <a:off x="7772400" y="971550"/>
            <a:ext cx="4038600" cy="1700213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 Name"/>
          <p:cNvSpPr txBox="1"/>
          <p:nvPr/>
        </p:nvSpPr>
        <p:spPr>
          <a:xfrm>
            <a:off x="8001000" y="1143000"/>
            <a:ext cx="3600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400" b="1" i="0" u="none">
                <a:solidFill>
                  <a:srgbClr val="FFFFFF"/>
                </a:solidFill>
                <a:latin typeface="Poppins"/>
              </a:rPr>
              <a:t>Ashish Kumar</a:t>
            </a:r>
          </a:p>
        </p:txBody>
      </p:sp>
      <p:sp>
        <p:nvSpPr>
          <p:cNvPr id="13" name="Enroll Label"/>
          <p:cNvSpPr txBox="1"/>
          <p:nvPr/>
        </p:nvSpPr>
        <p:spPr>
          <a:xfrm>
            <a:off x="8001000" y="1743075"/>
            <a:ext cx="1828800" cy="2500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 b="0" i="0" u="none">
                <a:solidFill>
                  <a:srgbClr val="94A3B8"/>
                </a:solidFill>
                <a:latin typeface="Inter"/>
              </a:rPr>
              <a:t>Enrollment / Roll No.</a:t>
            </a:r>
          </a:p>
        </p:txBody>
      </p:sp>
      <p:sp>
        <p:nvSpPr>
          <p:cNvPr id="14" name="Enroll Value"/>
          <p:cNvSpPr txBox="1"/>
          <p:nvPr/>
        </p:nvSpPr>
        <p:spPr>
          <a:xfrm>
            <a:off x="8001000" y="2000250"/>
            <a:ext cx="18288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250" b="1" i="0" u="none">
                <a:solidFill>
                  <a:srgbClr val="FFFFFF"/>
                </a:solidFill>
                <a:latin typeface="Inter"/>
              </a:rPr>
              <a:t>25SCS1003000879</a:t>
            </a:r>
          </a:p>
        </p:txBody>
      </p:sp>
      <p:sp>
        <p:nvSpPr>
          <p:cNvPr id="15" name="Program Label2"/>
          <p:cNvSpPr txBox="1"/>
          <p:nvPr/>
        </p:nvSpPr>
        <p:spPr>
          <a:xfrm>
            <a:off x="9982200" y="1743075"/>
            <a:ext cx="1752600" cy="2500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 b="0" i="0" u="none">
                <a:solidFill>
                  <a:srgbClr val="94A3B8"/>
                </a:solidFill>
                <a:latin typeface="Inter"/>
              </a:rPr>
              <a:t>Program &amp; Semester</a:t>
            </a:r>
          </a:p>
        </p:txBody>
      </p:sp>
      <p:sp>
        <p:nvSpPr>
          <p:cNvPr id="16" name="Program Value2"/>
          <p:cNvSpPr txBox="1"/>
          <p:nvPr/>
        </p:nvSpPr>
        <p:spPr>
          <a:xfrm>
            <a:off x="9982200" y="2000250"/>
            <a:ext cx="1752600" cy="3000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1" i="0" u="none">
                <a:solidFill>
                  <a:srgbClr val="FFFFFF"/>
                </a:solidFill>
                <a:latin typeface="Inter"/>
              </a:rPr>
              <a:t>B.Tech (CSE)</a:t>
            </a:r>
          </a:p>
        </p:txBody>
      </p:sp>
      <p:sp>
        <p:nvSpPr>
          <p:cNvPr id="17" name="Host Card"/>
          <p:cNvSpPr/>
          <p:nvPr/>
        </p:nvSpPr>
        <p:spPr>
          <a:xfrm>
            <a:off x="7772400" y="5400675"/>
            <a:ext cx="4038600" cy="1057275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Host Label"/>
          <p:cNvSpPr txBox="1"/>
          <p:nvPr/>
        </p:nvSpPr>
        <p:spPr>
          <a:xfrm>
            <a:off x="8001000" y="5562600"/>
            <a:ext cx="3600000" cy="2500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 b="0" i="0" u="none" spc="60">
                <a:solidFill>
                  <a:srgbClr val="DBEAFE"/>
                </a:solidFill>
                <a:latin typeface="Inter"/>
              </a:rPr>
              <a:t>HOST ORGANIZATION</a:t>
            </a:r>
          </a:p>
        </p:txBody>
      </p:sp>
      <p:sp>
        <p:nvSpPr>
          <p:cNvPr id="19" name="Host Value1"/>
          <p:cNvSpPr txBox="1"/>
          <p:nvPr/>
        </p:nvSpPr>
        <p:spPr>
          <a:xfrm>
            <a:off x="8001000" y="5819775"/>
            <a:ext cx="3600000" cy="3500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700" b="1" i="0" u="none">
                <a:solidFill>
                  <a:srgbClr val="FFFFFF"/>
                </a:solidFill>
                <a:latin typeface="Poppins"/>
              </a:rPr>
              <a:t>Thiranex</a:t>
            </a:r>
          </a:p>
        </p:txBody>
      </p:sp>
      <p:sp>
        <p:nvSpPr>
          <p:cNvPr id="20" name="Host Value2"/>
          <p:cNvSpPr txBox="1"/>
          <p:nvPr/>
        </p:nvSpPr>
        <p:spPr>
          <a:xfrm>
            <a:off x="8001000" y="6172200"/>
            <a:ext cx="3600000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 b="0" i="0" u="none">
                <a:solidFill>
                  <a:srgbClr val="DBEAFE"/>
                </a:solidFill>
                <a:latin typeface="Inter"/>
              </a:rPr>
              <a:t>Skill Development &amp; Future Tech</a:t>
            </a:r>
          </a:p>
        </p:txBody>
      </p:sp>
    </p:spTree>
    <p:extLst>
      <p:ext uri="{BB962C8B-B14F-4D97-AF65-F5344CB8AC3E}">
        <p14:creationId xmlns:p14="http://schemas.microsoft.com/office/powerpoint/2010/main" val="93993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Student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ASHISH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Roll Number: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25SCS1003000879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Degree: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B.Tech CSE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Academic Batch: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2025 – 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Program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Thiranex Virtual Internship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Specialization Domain: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UI/UX Designing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4 Weeks (22 Aug 2026 – 21 Sept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Certificate ID: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be issued on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Offer Letter Ref: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THX-AUG2226-122 (Intern ID)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Thiranex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is an MSME-registered ed-tech platform (Thiranex IT Solutions) operating under the vision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“Skill Development &amp; Future Tech”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Verified &amp; Free Access: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Offers 100% free, verified virtual internships with instant offer letters to students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Multi-Domain Platform: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Runs project-based internship tracks across 15+ domains, including UI/UX Design, Web Development, AI/ML, and Data Science.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Mentored, Task-Based Format: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Interns complete weekly deliverables with due dates and mentor review, similar to a real design team workflow.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Thiranex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Design courses cover UI/UX theory and tools, but students often get little practice applying user research and iterative testing to a real product before entering the industry.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 visually polished screen has little value unless it is grounded in real user needs, checked against usability heuristics, and validated with actual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Solution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This internship covers the complete UI/UX design lifecycle: user research, wireframing, visual design, interactive prototyping, and usability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044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Using industry-standard tools (Figma, Adobe XD, InVision) to move from a design brief to a validated, user-tested interface.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Research &amp; Wireframing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Conduct early-stage user research and translate findings into low-fidelity wireframes and user flows using Figma and Adobe XD.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Visual &amp; UI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Redesign an existing website interface with heuristic evaluation, mood boards, style guides, and responsive high-fidelity mockups.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Interactive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Convert wireframes into clickable, animated prototypes in Figma and InVision that simulate real app navigation.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Usability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968" y="370165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Plan and run usability test sessions, record user feedback, and report findings to guide design improvements.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Design &amp; Wireframing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Wireframing Tools: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Figma, Adobe XD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Deliverables: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User personas, user flows, low-fi wireframes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Prototyping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Prototyping Tools: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Figma, InVision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Features: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Animations, transitions, navigation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Research &amp;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Methods: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Heuristic evaluation, mood 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Output: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High-fidelity, responsive mockups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Usability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Testing: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Test plans, user sessions, feedback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Reporting: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Findings reports and design recommendations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Tools &amp; UI/UX Toolkit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UI/UX Design Process</a:t>
            </a:r>
          </a:p>
        </p:txBody>
      </p:sp>
      <p:sp>
        <p:nvSpPr>
          <p:cNvPr id="90" name="Connector Line"/>
          <p:cNvSpPr/>
          <p:nvPr/>
        </p:nvSpPr>
        <p:spPr>
          <a:xfrm>
            <a:off x="7487500" y="1250000"/>
            <a:ext cx="25000" cy="44000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Node1"/>
          <p:cNvSpPr/>
          <p:nvPr/>
        </p:nvSpPr>
        <p:spPr>
          <a:xfrm>
            <a:off x="7250000" y="750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81" name="Label81"/>
          <p:cNvSpPr txBox="1"/>
          <p:nvPr/>
        </p:nvSpPr>
        <p:spPr>
          <a:xfrm>
            <a:off x="7950000" y="840000"/>
            <a:ext cx="34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700" b="1">
                <a:solidFill>
                  <a:srgbClr val="0F172A"/>
                </a:solidFill>
                <a:latin typeface="Poppins"/>
              </a:rPr>
              <a:t>Research</a:t>
            </a:r>
          </a:p>
        </p:txBody>
      </p:sp>
      <p:sp>
        <p:nvSpPr>
          <p:cNvPr id="92" name="Node2"/>
          <p:cNvSpPr/>
          <p:nvPr/>
        </p:nvSpPr>
        <p:spPr>
          <a:xfrm>
            <a:off x="7250000" y="1975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82" name="Label82"/>
          <p:cNvSpPr txBox="1"/>
          <p:nvPr/>
        </p:nvSpPr>
        <p:spPr>
          <a:xfrm>
            <a:off x="7950000" y="2065000"/>
            <a:ext cx="34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700" b="1">
                <a:solidFill>
                  <a:srgbClr val="0F172A"/>
                </a:solidFill>
                <a:latin typeface="Poppins"/>
              </a:rPr>
              <a:t>Wireframe</a:t>
            </a:r>
          </a:p>
        </p:txBody>
      </p:sp>
      <p:sp>
        <p:nvSpPr>
          <p:cNvPr id="93" name="Node3"/>
          <p:cNvSpPr/>
          <p:nvPr/>
        </p:nvSpPr>
        <p:spPr>
          <a:xfrm>
            <a:off x="7250000" y="3200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83" name="Label83"/>
          <p:cNvSpPr txBox="1"/>
          <p:nvPr/>
        </p:nvSpPr>
        <p:spPr>
          <a:xfrm>
            <a:off x="7950000" y="3290000"/>
            <a:ext cx="34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700" b="1">
                <a:solidFill>
                  <a:srgbClr val="0F172A"/>
                </a:solidFill>
                <a:latin typeface="Poppins"/>
              </a:rPr>
              <a:t>Visual Design</a:t>
            </a:r>
          </a:p>
        </p:txBody>
      </p:sp>
      <p:sp>
        <p:nvSpPr>
          <p:cNvPr id="94" name="Node4"/>
          <p:cNvSpPr/>
          <p:nvPr/>
        </p:nvSpPr>
        <p:spPr>
          <a:xfrm>
            <a:off x="7250000" y="4425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84" name="Label84"/>
          <p:cNvSpPr txBox="1"/>
          <p:nvPr/>
        </p:nvSpPr>
        <p:spPr>
          <a:xfrm>
            <a:off x="7950000" y="4515000"/>
            <a:ext cx="34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700" b="1">
                <a:solidFill>
                  <a:srgbClr val="0F172A"/>
                </a:solidFill>
                <a:latin typeface="Poppins"/>
              </a:rPr>
              <a:t>Prototype</a:t>
            </a:r>
          </a:p>
        </p:txBody>
      </p:sp>
      <p:sp>
        <p:nvSpPr>
          <p:cNvPr id="95" name="Node5"/>
          <p:cNvSpPr/>
          <p:nvPr/>
        </p:nvSpPr>
        <p:spPr>
          <a:xfrm>
            <a:off x="7250000" y="5650000"/>
            <a:ext cx="500000" cy="5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 lIns="0" tIns="0" r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85" name="Label85"/>
          <p:cNvSpPr txBox="1"/>
          <p:nvPr/>
        </p:nvSpPr>
        <p:spPr>
          <a:xfrm>
            <a:off x="7950000" y="5740000"/>
            <a:ext cx="34000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700" b="1">
                <a:solidFill>
                  <a:srgbClr val="0F172A"/>
                </a:solidFill>
                <a:latin typeface="Poppin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Research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Understanding users through research and personas.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Wireframe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Low-fidelity wireframes and user flows in Figma/XD.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Visual Design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High-fidelity, responsive UI mockups and consistent style guides.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Prototype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Interactive, clickable prototypes simulating real navigation and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Testing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Usability testing and feedback-driven design iteration.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Mobile App Wireframing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User research, personas &amp; flows, low-fi wireframes (due 29 Aug 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Website UI Redesign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Heuristic evaluation, mood boards, high-fidelity mockups (due 05 Sept 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Interactive Prototype Creation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Clickable prototypes, animations, navigation flows (due 12 Sept 2026).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Usability Testing &amp; Analysis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Test plans, user sessions, findings report (due 19 Sept 2026).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Internship Timeline (Weeks 1 to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Mobile App Wireframing: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Designed low-fidelity wireframes and user flows for a mobile app. (Completed)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276939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Website UI Redesign: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Redesigned an existing website's interface using heuristic evaluation, mood boards, and responsive high-fidelity mockups. (Completed)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42661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Interactive Prototype Creation: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Converted wireframes into a clickable, animated Figma prototype simulating real app navigation. (In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08384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Usability Testing &amp; Analysis: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Ran usability test sessions on a digital product and reported findings with improvement recommendations. (In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74106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Design Process Documentation: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Maintained process documentation, mood boards, and style guides across all four tasks for design handoff.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368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090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813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55356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Projects &amp; Demonstrated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26443"/>
          <a:ext cx="11029949" cy="3700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UI/UX Designing Internship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Thiranex (MSME-Registered – Skill Development &amp; Future Tech)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Work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Remote / Project-Based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Internship 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22 Aug 2026 – 21 Sept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THX-AUG2226-122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Certification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To be issued upon successful completion of all tasks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Internship Verification Details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Ashish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Roll No: 25SCS1003000879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UI/UX Design Intern – Thiranex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Vijendra Kumar</cp:lastModifiedBy>
  <cp:revision>3</cp:revision>
  <dcterms:created xsi:type="dcterms:W3CDTF">2013-01-27T09:14:16Z</dcterms:created>
  <dcterms:modified xsi:type="dcterms:W3CDTF">2026-08-19T20:01:30Z</dcterms:modified>
  <cp:category/>
</cp:coreProperties>
</file>