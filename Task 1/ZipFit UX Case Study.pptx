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5546" y="2574577"/>
            <a:ext cx="7260907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250" i="0" u="none">
                <a:solidFill>
                  <a:srgbClr val="0F172A"/>
                </a:solidFill>
                <a:latin typeface="Poppins SemiBold"/>
              </a:rPr>
              <a:t>ZipFit UX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8425" y="3774727"/>
            <a:ext cx="69151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F46E5"/>
                </a:solidFill>
                <a:latin typeface="Lato"/>
              </a:rPr>
              <a:t>30-Minute Quick-Commerce Clothing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77491"/>
            <a:ext cx="5286375" cy="365551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77491"/>
            <a:ext cx="5286375" cy="36555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468016"/>
            <a:ext cx="4730591" cy="419100"/>
          </a:xfrm>
          <a:prstGeom prst="rect">
            <a:avLst/>
          </a:prstGeom>
          <a:noFill/>
        </p:spPr>
        <p:txBody>
          <a:bodyPr wrap="square" lIns="36195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F46E5"/>
                </a:solidFill>
                <a:latin typeface="Poppins SemiBold"/>
              </a:rPr>
              <a:t>Core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2025" y="3010941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4650" y="2468016"/>
            <a:ext cx="4730591" cy="419100"/>
          </a:xfrm>
          <a:prstGeom prst="rect">
            <a:avLst/>
          </a:prstGeom>
          <a:noFill/>
        </p:spPr>
        <p:txBody>
          <a:bodyPr wrap="square" lIns="36195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F46E5"/>
                </a:solidFill>
                <a:latin typeface="Poppins SemiBold"/>
              </a:rPr>
              <a:t>Major Pain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4650" y="3010941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525166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0150" y="3268116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Immediate Access: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Users need clean, wearable clothing delivered faster than traditional same-day e-commerce.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959572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Reliable Sizing: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Confidence that the delivered item will fit perfectly on the first try. Zero time for returns.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4651027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Live Transparency: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Real-time, minute-by-minute tracking of the courier to manage time-sensitive emergencies.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525166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62775" y="3268116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Too Slow: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Traditional online shopping takes 1-3 days minimum, failing immediate wardrobe emergencies.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3959572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Time Sink: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Going to physical stores requires abandoning the office, hotel, or 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4651027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Market Gap: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Existing fast-delivery apps focus solely on food and groceries, neglecting apparel needs.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Basic User Research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287166"/>
            <a:ext cx="76200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978622"/>
            <a:ext cx="762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670077"/>
            <a:ext cx="762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3287166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3978622"/>
            <a:ext cx="762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4670077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2183903"/>
            <a:ext cx="381000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34125" y="1524000"/>
            <a:ext cx="55506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Marcus Thorne </a:t>
            </a:r>
            <a:r>
              <a:rPr b="0" sz="2100" i="0" u="none">
                <a:solidFill>
                  <a:srgbClr val="64748B"/>
                </a:solidFill>
                <a:latin typeface="Poppins"/>
              </a:rPr>
              <a:t>| Age: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2066925"/>
            <a:ext cx="5286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F46E5"/>
                </a:solidFill>
                <a:latin typeface="Lato"/>
              </a:rPr>
              <a:t>Corporate Consultant &amp; Frequent Traveler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4625" y="2531715"/>
            <a:ext cx="50958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64748B"/>
                </a:solidFill>
                <a:latin typeface="Lato"/>
              </a:rPr>
              <a:t>"I can't walk into a Fortune 500 board meeting with an espresso stain on my dress shirt."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4125" y="2531715"/>
            <a:ext cx="38100" cy="609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87" y="2260103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0825" y="3427065"/>
            <a:ext cx="5270658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Poppins SemiBold"/>
              </a:rPr>
              <a:t>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5135760"/>
            <a:ext cx="5270658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Poppins SemiBold"/>
              </a:rPr>
              <a:t>Frustrations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49850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29375" y="3835687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836640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Replace a ruined piece of clothing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4205227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206180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Look professional without navigating a new 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574768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575720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Access reliable quality and standard sizing.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207198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29375" y="554438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5545335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Luggage lost by airlines before major presentations.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591392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5914876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Hotel dry cleaning takes a minimum of 24 hours.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628346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6284416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No time to visit a department store during business hours.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Primary Persona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2183903"/>
            <a:ext cx="381000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34125" y="1524000"/>
            <a:ext cx="55506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Chloe Vance </a:t>
            </a:r>
            <a:r>
              <a:rPr b="0" sz="2100" i="0" u="none">
                <a:solidFill>
                  <a:srgbClr val="64748B"/>
                </a:solidFill>
                <a:latin typeface="Poppins"/>
              </a:rPr>
              <a:t>| Age: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2066925"/>
            <a:ext cx="5286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F46E5"/>
                </a:solidFill>
                <a:latin typeface="Lato"/>
              </a:rPr>
              <a:t>Marketing Executive, Los Angeles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4625" y="2531715"/>
            <a:ext cx="50958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64748B"/>
                </a:solidFill>
                <a:latin typeface="Lato"/>
              </a:rPr>
              <a:t>"Plans change fast. Sometimes my day look doesn't work for a spontaneous VIP dinner."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4125" y="2531715"/>
            <a:ext cx="38100" cy="609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87" y="2260103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0825" y="3427065"/>
            <a:ext cx="5270658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Poppins SemiBold"/>
              </a:rPr>
              <a:t>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5135760"/>
            <a:ext cx="5270658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Poppins SemiBold"/>
              </a:rPr>
              <a:t>Frustrations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49850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29375" y="3835687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836640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Upgrade an outfit on the fly for evening events.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4205227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206180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Access trendy, premium local brands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574768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575720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Get items delivered directly to a restaurant or office.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207198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29375" y="554438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5545335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Carrying a heavy garment bag around the city all 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591392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5914876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Last-minute wardrobe malfunctions (torn seams, zippers).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628346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6284416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Fast-fashion quality is too low for her professional events.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Secondary Persona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524000"/>
            <a:ext cx="9944100" cy="103629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2798415"/>
            <a:ext cx="9944100" cy="10362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4072830"/>
            <a:ext cx="9944100" cy="10362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5347245"/>
            <a:ext cx="9944100" cy="10362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" y="6621660"/>
            <a:ext cx="9944100" cy="10362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9225" y="1803945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9225" y="3078360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9225" y="4352776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9225" y="5627191"/>
            <a:ext cx="476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9225" y="6901606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33600" y="1724025"/>
            <a:ext cx="907113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Launch &amp; Locate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2085975"/>
            <a:ext cx="8639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System auto-detects GPS location to assign the nearest hyper-local micro-fulfillment center.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600" y="2998440"/>
            <a:ext cx="907113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Emergency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3600" y="3360390"/>
            <a:ext cx="8639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User taps an 'Occasion' pill (e.g., 'Business', 'Date Night') and confirms their standard sizes.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4272855"/>
            <a:ext cx="907113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Browse &lt;30m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3600" y="4634805"/>
            <a:ext cx="8639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Feed populates exclusively with items guaranteed to arrive in under 30 minutes.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3600" y="5547270"/>
            <a:ext cx="907113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1-Click 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3600" y="5909220"/>
            <a:ext cx="8639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User skips the cart. Taps 'Buy Now'. Payment processes instantly via OS wallets (Apple/Google).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6821685"/>
            <a:ext cx="9071133" cy="3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Live Tracking &amp; 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3600" y="7183635"/>
            <a:ext cx="8639175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Map view engages immediately. User watches the courier and receives a drop-off photo.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User Flow: Emergency Purchase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6514"/>
            <a:ext cx="5286375" cy="45374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36514"/>
            <a:ext cx="5286375" cy="45374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027039"/>
            <a:ext cx="4730591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F46E5"/>
                </a:solidFill>
                <a:latin typeface="Poppins SemiBold"/>
              </a:rPr>
              <a:t>1. Home /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62025" y="2569964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827139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The primary hub focused on immediate curation based on 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027039"/>
            <a:ext cx="4730591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F46E5"/>
                </a:solidFill>
                <a:latin typeface="Poppins SemiBold"/>
              </a:rPr>
              <a:t>2. Product Detail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4650" y="2569964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4650" y="2827139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Optimized for extreme speed of purchase rather than endless scrolling.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566219"/>
            <a:ext cx="42672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Top Bar: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Live Location Selector &amp; Profile Avatar.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3983384"/>
            <a:ext cx="42672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Hero Section: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'What do you need right now?' search 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4400550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Horizontal Scroll: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Occasion Filter Pills (Meeting, Gym, Evening, Sleepwear).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5092005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Grid Layout: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'Guaranteed under 30 mins' product cards showing Image, Price, ETA badge.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3566219"/>
            <a:ext cx="42672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Visuals: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Full-Width Image Carousel.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3983384"/>
            <a:ext cx="42672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Urgency Badge: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'Order in 3 mins for delivery by 2:15 PM'.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400550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Size Selector: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Prominent toggle grid (S, M, L, XL) with 'Fit Predictor' hint.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5092005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Sticky Action Bar: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Massive 'Swipe to Buy' slider button to eliminate accidental clicks.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Wireframe Blueprint: Discovery &amp; Product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585269"/>
            <a:ext cx="762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002434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419600"/>
            <a:ext cx="762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5111055"/>
            <a:ext cx="762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585269"/>
            <a:ext cx="7620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002434"/>
            <a:ext cx="76200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419600"/>
            <a:ext cx="76200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5111055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5286375" cy="48117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24000"/>
            <a:ext cx="5286375" cy="48117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1914525"/>
            <a:ext cx="4730591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F46E5"/>
                </a:solidFill>
                <a:latin typeface="Poppins SemiBold"/>
              </a:rPr>
              <a:t>3. Express Checkout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2025" y="2457450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714625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Minimal friction. Cart and checkout are unified for single-item emergencies.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1914525"/>
            <a:ext cx="4730591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F46E5"/>
                </a:solidFill>
                <a:latin typeface="Poppins SemiBold"/>
              </a:rPr>
              <a:t>4. Active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4650" y="2457450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4650" y="2714625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Keeps the anxious user informed second-by-second to reduce drop-off.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453705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Delivery Map Snippet: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Mini-map confirming the exact drop-off pin.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4145160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Delivery Details: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Building/Suite number input, 'Leave at door' toggle.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4836616"/>
            <a:ext cx="42672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Order Summary: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Thumbnail, Size, Item Cost, Express Fee.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5253781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Payment: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Defaulted to native OS wallet. Primary 'Confirm &amp; Dispatch' button.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3453705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Background: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Full-screen live map view with moving courier icon.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4145160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Overlay Header: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Massive countdown timer (e.g., '14:22 remaining').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836616"/>
            <a:ext cx="42672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Status Bar: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Preparing → On the Way → Arriving.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5253781"/>
            <a:ext cx="4267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E293B"/>
                </a:solidFill>
                <a:latin typeface="Lato"/>
              </a:rPr>
              <a:t>Driver Details: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Courier Name, Photo, Vehicle type, and quick action contact buttons.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Wireframe Blueprint: Checkout &amp; Tracking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472755"/>
            <a:ext cx="762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164210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855666"/>
            <a:ext cx="762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5272831"/>
            <a:ext cx="762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472755"/>
            <a:ext cx="7620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164210"/>
            <a:ext cx="76200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855666"/>
            <a:ext cx="76200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5272831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30734"/>
            <a:ext cx="3429000" cy="414888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830734"/>
            <a:ext cx="3429000" cy="41488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830734"/>
            <a:ext cx="3429000" cy="41488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221259"/>
            <a:ext cx="571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030884"/>
            <a:ext cx="151018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oppins SemiBold"/>
              </a:rPr>
              <a:t>Empathize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26184"/>
            <a:ext cx="283845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We interviewed urban professionals who faced wardrobe emergencies. The dominant emotion was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anxiety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—the fear of missing opportunities. Users don't just want clothes; they want to buy back their confidence and time.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775" y="2221259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6775" y="3030884"/>
            <a:ext cx="91011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oppins SemiBold"/>
              </a:rP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3526184"/>
            <a:ext cx="283845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Traditional e-commerce solves for variety and price, failing completely on speed. We defined two core pillars for our solution: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'Frictionless Fit'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(zero returns) and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'Guaranteed ETA'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(dispatcher-level reliability).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775" y="2221259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86775" y="3030884"/>
            <a:ext cx="91011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oppins SemiBold"/>
              </a:rPr>
              <a:t>Ideate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6775" y="3526184"/>
            <a:ext cx="2838450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Through 'Crazy 8s' sketching, we stripped down the 5-step checkout process. We replaced standard add-to-cart models with a unified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'Swipe-to-Buy'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interface and shifted the focus to hyper-curated, location-bound inventory feeds.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" y="2373659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175" y="2373659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2512" y="2373659"/>
            <a:ext cx="20002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Design Thinking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302612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8013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013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175545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75" y="316899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https://thm.arosoftware.com/aro-au-prod-storage.s3-ap-southeast-2.amazonaws.com/bigginscott/contacts/42/images/Toni_El-Helou_6115.w.500.h.500.aoe.1.zc.t.q.70.jpg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341471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bigginscott.com.au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59435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3953767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https://upload.wikimedia.org/wikipedia/commons/thumb/c/ca/Miranda_Kerr_-_Abbot_Kinney_2025.jpg/960px-Miranda_Kerr_-_Abbot_Kinney_2025.jpg?utm_source=en.wikipedia.org&amp;utm_campaign=index&amp;utm_content=thumbnail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439757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en.wikipedia.org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